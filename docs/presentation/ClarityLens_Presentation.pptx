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ClarityLens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AI-Assisted Critical Thinking Tool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480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5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Year Information Science Capstone Project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are exposed daily to persuasive but low-quality information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tools: fact-checkers give opaque verdicts, summarizers skip evaluation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approach helps the reader build their own critical thinking skill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flag detection - transparent and explainable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AI-generated neutral summary and opposing viewpoint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Decision Mode with Socratic questioning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Persistent, searchable analysis history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clarity-lens.streamlit.app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286000"/>
            <a:ext cx="10332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mode - paste text, see color-coded flags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mode - describe a decision, receive Socratic questions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tab - search, sort, export past analyses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rule-based layer for flag detection - fully auditable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layer (Groq API) scoped to summary, steelman, and questions only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ensures every flag traces to a specific, inspectable pattern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Decisions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detection chosen over a trained classifier for explainability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scoped only to tasks that genuinely require language generation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Fail-gracefully design - app remains usable even without an API key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and Quality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automated tests, run via pytest and GitHub Actions CI on every push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and fixed a real bug: negated-citation false positive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tuning based on validation against a curated sample dataset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and Future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English-only, keyword-based detection, ephemeral cloud storage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Future: fine-tuned classifier, multilingual support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Future: self-hosted LLM, managed database for reliable persistence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10332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critical thinking without replacing user judgment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real, deployed, tested, and documented project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architecture: transparent where it matters, generative where necessary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5D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2026-09-19T12:01:45Z</dcterms:created>
  <dcterms:modified xsi:type="dcterms:W3CDTF">2026-09-19T12:01:45Z</dcterms:modified>
</cp:coreProperties>
</file>